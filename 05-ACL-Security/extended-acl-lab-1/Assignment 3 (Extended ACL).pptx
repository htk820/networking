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A7C3-A27D-F6A5-4391-F57687777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B229F-A537-7382-03EE-80632350D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109B-0863-C128-579E-19E8F8EA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C445-5E42-41D4-A0C7-EA94700A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9CEEA-24AD-0508-E24C-13CA5465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53C3-E8F5-5C29-E833-C4799D9B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A65C2-5528-C30C-52F8-F2E2BB483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4C5E2-AFC1-78DB-D3DC-D2C2387F6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542EB-A30C-6B69-B35A-9F2BFA00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4221D-260C-CE54-780F-BC6517547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6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91B0-5B9A-6DD4-711A-6797E811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14CDE-67AD-9191-7302-21295C19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22EE4-EF70-1BDB-2CEE-58CC9F21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3349-3584-A7A9-E196-B720B80E2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A7670-8851-4CCC-8170-A342542E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0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5AC1-9893-1DE2-1CEA-49DB946A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002F-7F24-5F19-C676-B5CDDE222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B18D1-20FD-4F89-7124-C6DB13EE6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2BCFA-9800-63B1-7043-912131B3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D8A4A-E619-1DD0-CCE6-F55ED13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8B2E0-F465-BAF6-6F37-6453B021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6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53C3-5847-B717-0EAA-D9AAE0C3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BEEA9-07DD-4A60-5DF2-6EE426EC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4AC5D-CBF5-6481-4906-7D31DE58C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295FE-F221-27B2-470A-EA83AC2F2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68701-FAA6-238F-1A4D-5D1376194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DCF9E-982F-4F3F-7D68-47DBE6B1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1908E-2E2A-92C6-38E4-85F37796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9851A-F0A1-2460-8F53-5B7DBC63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9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02F6-EB22-60E8-A6CA-4924D0DA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116A6-70DC-7FDE-D7A9-33A1B93F3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D548A-BC3E-A74B-FDE1-56E55456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DD612-FF56-809F-A587-7F167F49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2DE60-C27D-CDDD-468E-9EE1622B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21A7F-77F5-43E8-9C21-496D2934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52D9E-D69D-95DC-7399-6F6B2166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2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4654-DB33-B942-6C68-53FD63DD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7AC98-31F4-5DF2-9630-749BDD4F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81BE2-29C9-E68E-2075-586836D61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0A674-E1F7-9ECF-EA08-6C304EBB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72C29-01D3-2C3B-4FD6-B9870318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0ACB1-8F13-32C6-09C1-1902D13D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5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138B-C746-E449-A621-09A345D5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FE748-2F88-EB24-1C71-2163F4325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44DE6-7793-5C83-3F51-E6EDB3BE6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AFBE2-66CC-DD8D-A9F2-3A53E551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00BBE-31B3-7AB9-52C6-B606D477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1F17E-4D29-F9D2-9ED2-EBA7DCEB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4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2641-0B49-C6E8-7C80-96619C9C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8E787-4B39-F30D-417A-A31140D22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A37C3-5563-863A-6D74-2326F0CC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150E-1E9D-2A7D-B615-7C617CF0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E3A30-D8D1-3FEF-4D44-D72A686F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8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6115D-FF5D-A1D6-B781-94B32A8E6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853B5-4C04-A561-ABCD-368E8690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75078-EF06-338F-FB51-DE104C77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02A71-E846-F714-FCA3-85EA7B639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826F-B15F-35EB-73A7-F3690ABC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51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439E1-BFCC-4435-9EA5-2D08F9B2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4DC78-D7C0-9CC5-38AD-5C1BC48BD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CC5F8-7E4D-7F7A-5EE1-6F2393A5F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315A5-1349-4B29-84EC-6E211EEEFE10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1A79F-2018-05AE-F736-00BD6A6F2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5FE71-1317-0CBD-134D-4446428E6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D32C4-7395-403A-B5A6-07144F899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F4DCE6-F0ED-077A-628D-51F3B3AE2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5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7AAE32-1D57-D9F3-A00D-DA1BE6478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8" y="0"/>
            <a:ext cx="1148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13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8BE32E-8772-5896-FEB8-8240575F8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8" y="0"/>
            <a:ext cx="1148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1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15E07A-A361-FC17-22A3-00E01AC6E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8" y="0"/>
            <a:ext cx="11489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0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Heinthant K</dc:creator>
  <cp:lastModifiedBy>Heinthant K</cp:lastModifiedBy>
  <cp:revision>1</cp:revision>
  <dcterms:created xsi:type="dcterms:W3CDTF">2024-10-07T14:39:29Z</dcterms:created>
  <dcterms:modified xsi:type="dcterms:W3CDTF">2024-10-07T14:43:35Z</dcterms:modified>
</cp:coreProperties>
</file>