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34" d="100"/>
          <a:sy n="34" d="100"/>
        </p:scale>
        <p:origin x="10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7D60-4770-5A1A-EAFD-C23DDFA6A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8D88B-684A-B7DF-0A87-117CD4C3A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3576-1AA1-4C64-B70E-4AEDD16B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00872-0AD1-A0FC-7819-C92F713D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F7057-C86F-D552-CA22-0E9B87D9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4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9CC3-0E4A-CCA9-FBC4-2A9DDB12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2289-B977-3CE9-9B8A-1F39DFCA3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1FEB-25E8-1AD1-6AE3-8BA27DDF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132C-7B7D-7D27-5F24-EAC10611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4422-BAFD-6FB6-7116-06195A41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9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9472-2178-15EB-6E5E-0DBB6036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C4181-B484-BF01-396A-A3F54267F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5CD5D-B844-76D3-73A9-A66FA3FE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A8D1-5D48-6EF7-DFD6-B506B75F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945F1-B485-C9C0-D04B-796784CD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5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F411-56A5-5F4D-9960-463A3B96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63B2-0577-8B82-54DA-B5D2CE21B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BB1EB-DBEA-F9DC-34B7-8CC1F3687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AFE51-9F80-EFD7-0A8A-07066559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11421-3AAD-2C84-32C9-144F96B5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9C663-9CF3-4D81-2B35-68346398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5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69C3-1F8B-3991-0EFF-457F748A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483B6-1D79-D7A0-D2A3-EA9F1AB2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1F06-F240-1BE6-A8D6-85FE1D00E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7B459-25BA-D2D7-DA93-EC011C887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6516-F075-AD67-43DF-5846ACB0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4A359-2151-D29E-08FF-8BFCEAA3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6F749-8DC6-2865-A395-9B3A6B5C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B2564-4356-654C-84C7-EC8BE168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9DD7-39D4-9816-7253-18474F12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0CED5-2928-54F9-CA99-5DD089E7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9BFD5-A050-4986-E2CE-44189618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341E5-B7FB-4816-71B3-2E0FFE93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6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3D5F7-944D-D234-7286-8CB70B07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EC5A3-6AC7-306B-21B0-4E316E5E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3375C-BE40-217B-6FC2-6C7C0C1B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CCD8-6F9B-ECD1-A16A-3891C577A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6189-2490-7EA3-642A-A6DE23E2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61FA-72EC-0174-6BFB-F331DDFAF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19C26-446E-94EB-9485-E3B74D34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7DACF-1CDD-C426-18B2-1FB8BBD2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45C13-C82C-E800-1DE1-FDAD2B3A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7BE-992B-869C-2A2C-C0A18949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8264D-0477-F775-17CD-9DAF2DA6B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B6996-4B12-0D16-E416-81DA7B1AA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9617D-E683-5D8B-D522-4D08D40D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C93BF-A60E-893A-04CA-DAD035D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98B2E-5C8B-0361-9382-E32789B3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0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4712-1913-AD53-B1C2-A4F89D13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13536-FE78-A8C6-3CC8-C0F41EB27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523CC-50D7-9B4B-8BA3-4F73D691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1C5A-0F7C-89C3-896A-F1F6ABBF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E90B-E922-7D2E-90FA-EDE8B04A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07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B09DB-A325-4134-C894-A952BF6F2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14C40-346B-733D-6572-B6822EB00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1157-4091-6343-6218-ED183615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CF06-DA38-061D-39F9-B27EFE5F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C33E-CF0E-3A81-309D-36D780F5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9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402D-D070-898C-203C-6FDB5474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91A31-2314-DABF-E85E-DE85A9AA9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913DE-B901-CBFC-B6B1-4BC224F80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9B45A-BE60-4373-91E6-50A36B9DB86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E11BF-C2D9-813B-3FFC-FF3C94197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57F24-4980-7D56-2D51-DAA08E20B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9EFD-1009-4EE2-8596-A25C4C24B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7B557-C440-1FAC-09F9-1DFC3AE4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6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B1BD68-27E2-0922-F148-2D13E301A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4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5D3B5F-4358-2D90-2010-2B87E7FF0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Heinthant K</dc:creator>
  <cp:lastModifiedBy>Heinthant K</cp:lastModifiedBy>
  <cp:revision>1</cp:revision>
  <dcterms:created xsi:type="dcterms:W3CDTF">2024-10-18T09:10:15Z</dcterms:created>
  <dcterms:modified xsi:type="dcterms:W3CDTF">2024-10-18T09:10:25Z</dcterms:modified>
</cp:coreProperties>
</file>