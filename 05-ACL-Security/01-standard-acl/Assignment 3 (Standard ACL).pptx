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3E005-16CA-CB8D-AE11-1E89412FCC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FBD826-0940-E12D-6102-FDA5EE6A6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B0248-977C-9781-E72C-009DE077C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EDF9A-F3D0-47D6-8C1C-EC3232F4284F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D7127-2990-3313-1329-27F223F00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BA528-96FE-A5D7-FA7F-21DD15154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867B0-0829-4278-83A0-2F4C88B1E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794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F7016-0D8A-8856-D648-BBC5EBEA4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CC201-12FF-266E-0C53-3BB4282D4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D76F4-ACC4-7A0A-5E7F-78A760070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EDF9A-F3D0-47D6-8C1C-EC3232F4284F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6F0BF-75DF-11DB-97FA-1D1B6DCEE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DAF50-91E2-2715-86C7-63898C332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867B0-0829-4278-83A0-2F4C88B1E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874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28F02-BFEF-98F9-93C9-B2D1A086E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A2C0BA-83E8-E7BF-C91B-44A1E664E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28766-3FB7-3C55-49D0-64D0BD9CB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EDF9A-F3D0-47D6-8C1C-EC3232F4284F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0E66D-41E4-460A-9907-A2C26070E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A1289-4168-0202-E829-F82A8AC49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867B0-0829-4278-83A0-2F4C88B1E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237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61BB0-B194-D37E-5059-51FAB3CB9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E469F-E167-3135-0C5F-0B6C3508A3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5430FD-2D51-93DD-041A-3A23A64D6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A55807-FABF-C9FC-3B38-AE23E47F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EDF9A-F3D0-47D6-8C1C-EC3232F4284F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CD7BD-2196-5715-2F4B-0E8A19A2C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41C582-3B27-B3D1-354B-D1E8B622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867B0-0829-4278-83A0-2F4C88B1E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958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9F83C-2A90-8A14-6749-DBC7E4D4F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543BC-DC17-92D8-A8C0-B244741F8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6C7C63-6A7D-5ACA-4E54-17650E6C6B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3776D0-12F1-AD0C-54E8-F1FC5EFFFC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B71B1E-B977-9F38-45E4-797053AD61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7F9047-7EF4-9B30-6D5A-47EA938A7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EDF9A-F3D0-47D6-8C1C-EC3232F4284F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5D1B18-C3A3-22E7-B9B6-B8D6A6EA7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849D22-65A5-4040-5035-2567CB558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867B0-0829-4278-83A0-2F4C88B1E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279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ED290-B18D-763A-3B68-2F370BE04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4115AD-9207-7BCE-BF89-D42195EC0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EDF9A-F3D0-47D6-8C1C-EC3232F4284F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218384-DB54-13A9-BDBB-2194DBF8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52AC2C-3FF4-0A0C-FB63-C2237F1F6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867B0-0829-4278-83A0-2F4C88B1E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973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A4E59D-A95B-DB21-1CBA-11367C2CE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EDF9A-F3D0-47D6-8C1C-EC3232F4284F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22EB68-C857-88A9-8386-2DDFE6AC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0483E-49C3-D47B-F1A0-D44E0C085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867B0-0829-4278-83A0-2F4C88B1E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867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A0326-A37D-9820-B29F-B09C67145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48D9E-1253-1BB5-B5F6-8420E87F1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6EF89B-9AF5-7CD6-22A5-D8BD01AD73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BA8D8-D980-AA2D-0D95-B4ECBC99F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EDF9A-F3D0-47D6-8C1C-EC3232F4284F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B7A4CE-C949-9CD2-4FBB-901C4EFCB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1F76D2-B096-79A5-568D-C75BE3047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867B0-0829-4278-83A0-2F4C88B1E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126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91C9C-A733-50A2-5035-05C608762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041A06-6228-7EF0-AFC6-66FD31F967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C9B81B-5DDD-79E7-8C2C-1B2BE5D7A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78AD38-2344-D8CA-587B-D5BF0F59B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EDF9A-F3D0-47D6-8C1C-EC3232F4284F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4E14CF-1D8D-459B-11AC-2022802D3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227FB-7A5D-9AB4-7240-4D11A2B34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867B0-0829-4278-83A0-2F4C88B1E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52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013FE-7F42-42DE-C6FC-46FE153C1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7479A-2F97-24FB-1AE0-6474463CE3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6E715E-213D-2FB9-7E53-38E79C5F5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EDF9A-F3D0-47D6-8C1C-EC3232F4284F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912FB-87A8-FE69-375C-4D79301B2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9C0F5-73B7-E00A-298D-74D23917E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867B0-0829-4278-83A0-2F4C88B1E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1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5718E4-5538-5FA7-A9A1-64A56CAE73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C59751-F17D-50DF-ECC5-7B7AB0F70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E06EE-3CF2-1A28-6D0B-1FFB4F17C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EDF9A-F3D0-47D6-8C1C-EC3232F4284F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D89DE-115B-5077-00DB-865E5208F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33CB7-3CE0-0D3C-B821-7015ABA4A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867B0-0829-4278-83A0-2F4C88B1E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649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8012F0-228B-423C-5D07-3135F8959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8DB160-4533-EF1F-04ED-E8DC264B7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347B6-B57F-D336-FFBE-D23EBF0AC0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2EDF9A-F3D0-47D6-8C1C-EC3232F4284F}" type="datetimeFigureOut">
              <a:rPr lang="en-US" smtClean="0"/>
              <a:t>10/7/2024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A705B-7282-766B-BE53-5CE458F403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343F1-145B-55DC-1278-EF8B075170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0867B0-0829-4278-83A0-2F4C88B1E8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076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18EB28-FE9D-0A7A-AACB-D4DAFDD3B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778" y="0"/>
            <a:ext cx="67744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74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094C2B-06E5-DA34-2E61-A111AF1C2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778" y="0"/>
            <a:ext cx="67744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338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EEE62E-F118-5075-0E1E-EA16C8CE1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778" y="0"/>
            <a:ext cx="67744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779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Heinthant K</dc:creator>
  <cp:lastModifiedBy>Heinthant K</cp:lastModifiedBy>
  <cp:revision>1</cp:revision>
  <dcterms:created xsi:type="dcterms:W3CDTF">2024-10-07T13:49:25Z</dcterms:created>
  <dcterms:modified xsi:type="dcterms:W3CDTF">2024-10-07T13:50:07Z</dcterms:modified>
</cp:coreProperties>
</file>